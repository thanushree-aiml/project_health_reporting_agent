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Executive Project Health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2026-07-09 | 4 project(s)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Overall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Green: 2</a:t>
            </a:r>
          </a:p>
          <a:p>
            <a:pPr/>
            <a:r>
              <a:t>Amber: 0</a:t>
            </a:r>
          </a:p>
          <a:p>
            <a:pPr/>
            <a:r>
              <a:t>Red: 2</a:t>
            </a:r>
          </a:p>
          <a:p>
            <a:pPr/>
            <a:r>
              <a:t>Focus on Red projects first, then resolve Amber drivers.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distribution (RAG)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Schedule: green=2, amber=1, red=1</a:t>
            </a:r>
          </a:p>
          <a:p>
            <a:pPr/>
            <a:r>
              <a:t>Budget: green=2, amber=1, red=1</a:t>
            </a:r>
          </a:p>
          <a:p>
            <a:pPr/>
            <a:r>
              <a:t>Milestones: green=2, amber=1, red=1</a:t>
            </a:r>
          </a:p>
          <a:p>
            <a:pPr/>
            <a:r>
              <a:t>Blockers: green=2, amber=1, red=1</a:t>
            </a:r>
          </a:p>
          <a:p>
            <a:pPr/>
            <a:r>
              <a:t>Sentiment: green=2, amber=1, red=1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Emerging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Red projects (highest attention):</a:t>
            </a:r>
          </a:p>
          <a:p>
            <a:pPr/>
            <a:r>
              <a:t>- Alpha</a:t>
            </a:r>
          </a:p>
          <a:p>
            <a:pPr/>
            <a:r>
              <a:t>- Gamma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Re-plan schedule buffers for Red drivers.</a:t>
            </a:r>
          </a:p>
          <a:p>
            <a:pPr/>
            <a:r>
              <a:t>Escalate blockers with clear owners + due dates.</a:t>
            </a:r>
          </a:p>
          <a:p>
            <a:pPr/>
            <a:r>
              <a:t>Validate budget burn assumptions and procurement timelines.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Assumptions &amp; 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RAG is computed from extracted signals; missing critical signals reduce certainty.</a:t>
            </a:r>
          </a:p>
          <a:p>
            <a:pPr/>
            <a:r>
              <a:t>Narratives include evidence and confidence per category.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